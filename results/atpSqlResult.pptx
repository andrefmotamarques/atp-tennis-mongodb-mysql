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Consulta 1 do atpscript.sql. Mostra apenas as primeiras linhas (ordenado por nº de jogadores).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Consulta 2 do atpscript.sql.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Consulta 3 do atpscript.sql.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Consulta 4 do atpscript.sql.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1) Jogadores, torneios e rondas por país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Primeiras 10 de 148 linhas · jogadores pelo país de nascimento · torneios realizados no país · rondas = jogos ganhos</a:t>
            </a:r>
            <a:endParaRPr lang="en-US" sz="1200" dirty="0"/>
          </a:p>
        </p:txBody>
      </p:sp>
      <p:graphicFrame>
        <p:nvGraphicFramePr>
          <p:cNvPr id="2" name="Resultad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0408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37160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País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Jogadores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Torneios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Rondas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States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46 439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Germany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30 282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37 130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29 612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Argentina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32 896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Australia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16 963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34 031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Kingdom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13 397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Brazil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17 909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19 823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2) Top 10 jogadores por % de vitórias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Mínimo de 25 vitórias · walkovers excluídos</a:t>
            </a:r>
            <a:endParaRPr lang="en-US" sz="1200" dirty="0"/>
          </a:p>
        </p:txBody>
      </p:sp>
      <p:graphicFrame>
        <p:nvGraphicFramePr>
          <p:cNvPr id="3" name="Resultad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0408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37160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Jogador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Vitórias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Jogos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vitórias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Rafael Nadal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83,32%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Novak Djokovic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82,81%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Bjorn Borg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82,37%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Jimmy Connors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81,84%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Roger Federer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81,79%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McEnroe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81,68%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Ivan Lendl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 Sampras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77,23%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Boris Becker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76,83%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Andre Agassi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76,10%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3) Top 10 esquerdinos em Grand Slams (% de vitórias)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Quadro principal (sem qualificação) · mínimo de 25 vitórias em Grand Slams · walkovers excluídos</a:t>
            </a:r>
            <a:endParaRPr lang="en-US" sz="1200" dirty="0"/>
          </a:p>
        </p:txBody>
      </p:sp>
      <p:graphicFrame>
        <p:nvGraphicFramePr>
          <p:cNvPr id="4" name="Resultad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0408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37160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Jogador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Vitórias 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Jogos 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vitórias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Rafael Nadal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87,91%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Jimmy Connors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82,62%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McEnroe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81,46%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Guillermo Vilas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75,41%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Goran Ivanisevic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68,75%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Thomas Muster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66,96%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Andres Gomez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66,30%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Marcelo 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66,23%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Henri Leconte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63,93%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Denis Shapovalov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63,04%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4) Top 5 jogadores com mais vitórias em piso duro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Piso "Hard" · walkovers excluídos</a:t>
            </a:r>
            <a:endParaRPr lang="en-US" sz="1200" dirty="0"/>
          </a:p>
        </p:txBody>
      </p:sp>
      <p:graphicFrame>
        <p:nvGraphicFramePr>
          <p:cNvPr id="5" name="Resultad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3035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Jogador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Vitórias em Hard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Roger Federer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Novak Djokovic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Andre Agassi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 Chen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E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Yen-Hsun Lu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D6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P Clay">
  <a:themeElements>
    <a:clrScheme name="ATP Clay">
      <a:dk1>
        <a:srgbClr val="222222"/>
      </a:dk1>
      <a:lt1>
        <a:srgbClr val="FFFFFF"/>
      </a:lt1>
      <a:dk2>
        <a:srgbClr val="3B2A24"/>
      </a:dk2>
      <a:lt2>
        <a:srgbClr val="F6EEEA"/>
      </a:lt2>
      <a:accent1>
        <a:srgbClr val="B85042"/>
      </a:accent1>
      <a:accent2>
        <a:srgbClr val="A7BEAE"/>
      </a:accent2>
      <a:accent3>
        <a:srgbClr val="E7E8D1"/>
      </a:accent3>
      <a:accent4>
        <a:srgbClr val="6B4F45"/>
      </a:accent4>
      <a:accent5>
        <a:srgbClr val="8C8C8C"/>
      </a:accent5>
      <a:accent6>
        <a:srgbClr val="2F5D50"/>
      </a:accent6>
      <a:hlink>
        <a:srgbClr val="B85042"/>
      </a:hlink>
      <a:folHlink>
        <a:srgbClr val="6B4F45"/>
      </a:folHlink>
    </a:clrScheme>
    <a:fontScheme name="ATP Cla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atpSqlResult</dc:title>
  <dc:subject>PptxGenJS Presentation</dc:subject>
  <dc:creator>André Marques</dc:creator>
  <cp:lastModifiedBy>André Marques</cp:lastModifiedBy>
  <cp:revision>1</cp:revision>
  <dcterms:created xsi:type="dcterms:W3CDTF">2026-10-23T17:20:40Z</dcterms:created>
  <dcterms:modified xsi:type="dcterms:W3CDTF">2026-10-23T17:20:40Z</dcterms:modified>
</cp:coreProperties>
</file>